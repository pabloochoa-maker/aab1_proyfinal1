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6774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2926080" cy="2926080"/>
          </a:xfrm>
          <a:prstGeom prst="ellipse">
            <a:avLst/>
          </a:prstGeom>
          <a:solidFill>
            <a:srgbClr val="2E86C1">
              <a:alpha val="15000"/>
            </a:srgbClr>
          </a:solidFill>
          <a:ln w="12700">
            <a:solidFill>
              <a:srgbClr val="2E86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7223760" y="2926080"/>
            <a:ext cx="2286000" cy="2286000"/>
          </a:xfrm>
          <a:prstGeom prst="ellipse">
            <a:avLst/>
          </a:prstGeom>
          <a:solidFill>
            <a:srgbClr val="17A589">
              <a:alpha val="15000"/>
            </a:srgbClr>
          </a:solidFill>
          <a:ln w="12700">
            <a:solidFill>
              <a:srgbClr val="17A58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Controladores del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Delivery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029200" cy="36576"/>
          </a:xfrm>
          <a:prstGeom prst="rect">
            <a:avLst/>
          </a:prstGeom>
          <a:solidFill>
            <a:srgbClr val="AEC6CF"/>
          </a:solidFill>
          <a:ln w="12700">
            <a:solidFill>
              <a:srgbClr val="AEC6C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Patio de Comidas — Arquitectura MVC · Proyecto POO BIM1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7373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Controladores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3063240"/>
            <a:ext cx="17373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2468880" y="30632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MVC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9120" y="3063240"/>
            <a:ext cx="17373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4389120" y="30632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3063240"/>
            <a:ext cx="17373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309360" y="30632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1752" y="4709160"/>
            <a:ext cx="8842248" cy="4343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Text 17"/>
          <p:cNvSpPr/>
          <p:nvPr/>
        </p:nvSpPr>
        <p:spPr>
          <a:xfrm>
            <a:off x="457200" y="47365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· Segundo Ciclo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conectan la Vista y los Controladores?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Vista recibe 6 controladores por constructor y los usa según la opción del menú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0" y="164592"/>
            <a:ext cx="1188720" cy="6217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7772400" y="20116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· POO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320040" y="4864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· Segundo Ciclo ·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1024128"/>
            <a:ext cx="8686800" cy="384048"/>
          </a:xfrm>
          <a:prstGeom prst="rect">
            <a:avLst/>
          </a:prstGeom>
          <a:solidFill>
            <a:srgbClr val="17A589">
              <a:alpha val="20000"/>
            </a:srgbClr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320040" y="102412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opción del menú principal delega el trabajo a uno o varios controladores especializados.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463040"/>
            <a:ext cx="2560320" cy="463731"/>
          </a:xfrm>
          <a:prstGeom prst="rect">
            <a:avLst/>
          </a:prstGeom>
          <a:solidFill>
            <a:srgbClr val="2E86C1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283464" y="1463040"/>
            <a:ext cx="245059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en Menú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88920" y="1463040"/>
            <a:ext cx="6126480" cy="463731"/>
          </a:xfrm>
          <a:prstGeom prst="rect">
            <a:avLst/>
          </a:prstGeom>
          <a:solidFill>
            <a:srgbClr val="2E86C1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2843784" y="1463040"/>
            <a:ext cx="601675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Controlador(es) involucrado(s)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1926771"/>
            <a:ext cx="2560320" cy="463731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283464" y="1926771"/>
            <a:ext cx="245059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PEDIDOS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88920" y="1926771"/>
            <a:ext cx="6126480" cy="463731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2843784" y="1926771"/>
            <a:ext cx="601675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PedidoController + ClienteController + RepartidorController + RestauranteController + InventarioController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390503"/>
            <a:ext cx="2560320" cy="46373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283464" y="2390503"/>
            <a:ext cx="245059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GESTIÓN DE CLIENTES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88920" y="2390503"/>
            <a:ext cx="6126480" cy="46373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2843784" y="2390503"/>
            <a:ext cx="601675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ClienteController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2854234"/>
            <a:ext cx="2560320" cy="463731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283464" y="2854234"/>
            <a:ext cx="245059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GESTIÓN DE REPARTIDORES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88920" y="2854234"/>
            <a:ext cx="6126480" cy="463731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2843784" y="2854234"/>
            <a:ext cx="601675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RepartidorController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3317966"/>
            <a:ext cx="2560320" cy="46373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283464" y="3317966"/>
            <a:ext cx="245059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GESTIÓN DE RESTAURANTES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88920" y="3317966"/>
            <a:ext cx="6126480" cy="46373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2843784" y="3317966"/>
            <a:ext cx="601675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RestauranteController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781697"/>
            <a:ext cx="2560320" cy="463731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283464" y="3781697"/>
            <a:ext cx="245059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GESTIÓN DE INVENTARIO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88920" y="3781697"/>
            <a:ext cx="6126480" cy="463731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2843784" y="3781697"/>
            <a:ext cx="601675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InventarioController + RestauranteController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28600" y="4245429"/>
            <a:ext cx="2560320" cy="46373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283464" y="4245429"/>
            <a:ext cx="245059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REPORTE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88920" y="4245429"/>
            <a:ext cx="6126480" cy="46373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2843784" y="4245429"/>
            <a:ext cx="6016752" cy="46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ReporteController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ClienteController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el registro y consulta de clientes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0" y="164592"/>
            <a:ext cx="1188720" cy="6217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7772400" y="20116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· POO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320040" y="4864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· Segundo Ciclo ·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1051560"/>
            <a:ext cx="2926080" cy="541020"/>
          </a:xfrm>
          <a:prstGeom prst="rect">
            <a:avLst/>
          </a:prstGeom>
          <a:solidFill>
            <a:srgbClr val="2E86C1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283464" y="1051560"/>
            <a:ext cx="2816352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1051560"/>
            <a:ext cx="5760720" cy="541020"/>
          </a:xfrm>
          <a:prstGeom prst="rect">
            <a:avLst/>
          </a:prstGeom>
          <a:solidFill>
            <a:srgbClr val="2E86C1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3209544" y="1051560"/>
            <a:ext cx="5650992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llama la Vista en…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592580"/>
            <a:ext cx="2926080" cy="54102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283464" y="1592580"/>
            <a:ext cx="2816352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registrar(nombre, direccion, km)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54680" y="1592580"/>
            <a:ext cx="5760720" cy="54102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3209544" y="1592580"/>
            <a:ext cx="5650992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Clientes → opción "Registrar cliente"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2133600"/>
            <a:ext cx="2926080" cy="5410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283464" y="2133600"/>
            <a:ext cx="2816352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listar()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54680" y="2133600"/>
            <a:ext cx="5760720" cy="5410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3209544" y="2133600"/>
            <a:ext cx="5650992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Clientes → "Listar clientes" y Menú Pedidos al mostrar lista de clientes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674620"/>
            <a:ext cx="2926080" cy="54102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283464" y="2674620"/>
            <a:ext cx="2816352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obtenerPorIndice(indice)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54680" y="2674620"/>
            <a:ext cx="5760720" cy="54102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3209544" y="2674620"/>
            <a:ext cx="5650992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Pedidos → para obtener el cliente seleccionado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" y="3215640"/>
            <a:ext cx="2926080" cy="5410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283464" y="3215640"/>
            <a:ext cx="2816352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buscarPorNombre(nombre)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54680" y="3215640"/>
            <a:ext cx="5760720" cy="5410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3209544" y="3215640"/>
            <a:ext cx="5650992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pero no invocada directamente por la Vista actual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8600" y="3756660"/>
            <a:ext cx="2926080" cy="54102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283464" y="3756660"/>
            <a:ext cx="2816352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hayClientes()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54680" y="3756660"/>
            <a:ext cx="5760720" cy="54102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3209544" y="3756660"/>
            <a:ext cx="5650992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Pedidos → validación previa (si no hay clientes, no deja hacer pedido)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" y="4370832"/>
            <a:ext cx="8686800" cy="384048"/>
          </a:xfrm>
          <a:prstGeom prst="rect">
            <a:avLst/>
          </a:prstGeom>
          <a:solidFill>
            <a:srgbClr val="17A589">
              <a:alpha val="25000"/>
            </a:srgbClr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Shape 34"/>
          <p:cNvSpPr/>
          <p:nvPr/>
        </p:nvSpPr>
        <p:spPr>
          <a:xfrm>
            <a:off x="228600" y="4370832"/>
            <a:ext cx="228600" cy="38404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548640" y="43708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diseño: Cada modificación llama a PersistenciaEstado.guardar() para persistir el estado en archivo.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RepartidorController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 repartidores y su disponibilidad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0" y="164592"/>
            <a:ext cx="1188720" cy="6217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7772400" y="20116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· POO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320040" y="4864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· Segundo Ciclo ·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1051560"/>
            <a:ext cx="2651760" cy="462915"/>
          </a:xfrm>
          <a:prstGeom prst="rect">
            <a:avLst/>
          </a:prstGeom>
          <a:solidFill>
            <a:srgbClr val="2E86C1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283464" y="1051560"/>
            <a:ext cx="254203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80360" y="1051560"/>
            <a:ext cx="6035040" cy="462915"/>
          </a:xfrm>
          <a:prstGeom prst="rect">
            <a:avLst/>
          </a:prstGeom>
          <a:solidFill>
            <a:srgbClr val="2E86C1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2935224" y="1051560"/>
            <a:ext cx="592531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llama la Vista en…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514475"/>
            <a:ext cx="2651760" cy="462915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283464" y="1514475"/>
            <a:ext cx="254203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registrar(nombre)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80360" y="1514475"/>
            <a:ext cx="6035040" cy="462915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2935224" y="1514475"/>
            <a:ext cx="592531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Repartidores → opción "Registrar repartidor"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1977390"/>
            <a:ext cx="2651760" cy="46291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283464" y="1977390"/>
            <a:ext cx="254203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listar()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80360" y="1977390"/>
            <a:ext cx="6035040" cy="46291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2935224" y="1977390"/>
            <a:ext cx="592531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Repartidores → "Listar" y "Liberar repartidor"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440305"/>
            <a:ext cx="2651760" cy="462915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283464" y="2440305"/>
            <a:ext cx="254203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obtenerDisponible()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880360" y="2440305"/>
            <a:ext cx="6035040" cy="462915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2935224" y="2440305"/>
            <a:ext cx="592531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Pedidos → asigna automáticamente el primer repartidor libre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" y="2903220"/>
            <a:ext cx="2651760" cy="46291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283464" y="2903220"/>
            <a:ext cx="254203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obtenerPorIndice(indice)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880360" y="2903220"/>
            <a:ext cx="6035040" cy="46291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2935224" y="2903220"/>
            <a:ext cx="592531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Repartidores → opción "Liberar repartidor"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8600" y="3366135"/>
            <a:ext cx="2651760" cy="462915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283464" y="3366135"/>
            <a:ext cx="254203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marcarLibre(r)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880360" y="3366135"/>
            <a:ext cx="6035040" cy="462915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2935224" y="3366135"/>
            <a:ext cx="592531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Repartidores → opción "Liberar repartidor"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" y="3829050"/>
            <a:ext cx="2651760" cy="46291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283464" y="3829050"/>
            <a:ext cx="254203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hayRepartidores()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880360" y="3829050"/>
            <a:ext cx="6035040" cy="46291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2935224" y="3829050"/>
            <a:ext cx="592531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Disponible, no invocada directamente en la Vista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" y="4291965"/>
            <a:ext cx="2651760" cy="462915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283464" y="4291965"/>
            <a:ext cx="254203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marcarOcupado(r)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880360" y="4291965"/>
            <a:ext cx="6035040" cy="462915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2935224" y="4291965"/>
            <a:ext cx="5925312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Invocada por PedidoController (no por la Vista directamente)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RestauranteController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restaurantes, platos y combos del patio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0" y="164592"/>
            <a:ext cx="1188720" cy="6217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7772400" y="20116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· POO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320040" y="4864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· Segundo Ciclo ·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1051560"/>
            <a:ext cx="3566160" cy="374904"/>
          </a:xfrm>
          <a:prstGeom prst="rect">
            <a:avLst/>
          </a:prstGeom>
          <a:solidFill>
            <a:srgbClr val="2E86C1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283464" y="1051560"/>
            <a:ext cx="3456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94760" y="1051560"/>
            <a:ext cx="5120640" cy="374904"/>
          </a:xfrm>
          <a:prstGeom prst="rect">
            <a:avLst/>
          </a:prstGeom>
          <a:solidFill>
            <a:srgbClr val="2E86C1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3849624" y="1051560"/>
            <a:ext cx="5010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llama la Vista en…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426464"/>
            <a:ext cx="3566160" cy="374904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283464" y="1426464"/>
            <a:ext cx="3456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getNombrePatio()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94760" y="1426464"/>
            <a:ext cx="5120640" cy="374904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3849624" y="1426464"/>
            <a:ext cx="5010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iniciar la app y en cada cabecera del menú principal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1801368"/>
            <a:ext cx="35661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283464" y="1801368"/>
            <a:ext cx="3456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hayRestaurantes()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94760" y="1801368"/>
            <a:ext cx="5120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3849624" y="1801368"/>
            <a:ext cx="5010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Pedidos → validación previa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176272"/>
            <a:ext cx="3566160" cy="374904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283464" y="2176272"/>
            <a:ext cx="3456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listar()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794760" y="2176272"/>
            <a:ext cx="5120640" cy="374904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3849624" y="2176272"/>
            <a:ext cx="5010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Pedidos, Menú Restaurantes, Menú Inventario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" y="2551176"/>
            <a:ext cx="35661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283464" y="2551176"/>
            <a:ext cx="3456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obtenerPorIndice(indice)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94760" y="2551176"/>
            <a:ext cx="5120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3849624" y="2551176"/>
            <a:ext cx="5010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detalle, registrar combo, agregar plato, inventario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8600" y="2926080"/>
            <a:ext cx="3566160" cy="374904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283464" y="2926080"/>
            <a:ext cx="3456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registrarRestaurante(id, nombre)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94760" y="2926080"/>
            <a:ext cx="5120640" cy="374904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3849624" y="2926080"/>
            <a:ext cx="5010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Restaurantes → "Agregar restaurante"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" y="3300984"/>
            <a:ext cx="35661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283464" y="3300984"/>
            <a:ext cx="3456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registrarPlato(indice, id, nombre, precio, disponible, ingredientes)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794760" y="3300984"/>
            <a:ext cx="5120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3849624" y="3300984"/>
            <a:ext cx="5010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Restaurantes → "Agregar plato a un restaurante"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" y="3675888"/>
            <a:ext cx="3566160" cy="374904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283464" y="3675888"/>
            <a:ext cx="3456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registrarCombo(indice, id, nombre, precio, indicesPlatos)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794760" y="3675888"/>
            <a:ext cx="5120640" cy="374904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3849624" y="3675888"/>
            <a:ext cx="5010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Restaurantes → "Registrar combo"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28600" y="4050792"/>
            <a:ext cx="35661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" name="Text 42"/>
          <p:cNvSpPr/>
          <p:nvPr/>
        </p:nvSpPr>
        <p:spPr>
          <a:xfrm>
            <a:off x="283464" y="4050792"/>
            <a:ext cx="3456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listarPlatosDe(indice)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794760" y="4050792"/>
            <a:ext cx="51206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" name="Text 44"/>
          <p:cNvSpPr/>
          <p:nvPr/>
        </p:nvSpPr>
        <p:spPr>
          <a:xfrm>
            <a:off x="3849624" y="4050792"/>
            <a:ext cx="5010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del controller (dentro de registrarCombo)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8600" y="4425696"/>
            <a:ext cx="3566160" cy="374904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8" name="Text 46"/>
          <p:cNvSpPr/>
          <p:nvPr/>
        </p:nvSpPr>
        <p:spPr>
          <a:xfrm>
            <a:off x="283464" y="4425696"/>
            <a:ext cx="3456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listarCombosDe(indice)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794760" y="4425696"/>
            <a:ext cx="5120640" cy="374904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" name="Text 48"/>
          <p:cNvSpPr/>
          <p:nvPr/>
        </p:nvSpPr>
        <p:spPr>
          <a:xfrm>
            <a:off x="3849624" y="4425696"/>
            <a:ext cx="5010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 del controller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InventarioController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stock de ingredientes por plato y restaurante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0" y="164592"/>
            <a:ext cx="1188720" cy="6217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7772400" y="20116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· POO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320040" y="4864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· Segundo Ciclo ·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1051560"/>
            <a:ext cx="3017520" cy="480060"/>
          </a:xfrm>
          <a:prstGeom prst="rect">
            <a:avLst/>
          </a:prstGeom>
          <a:solidFill>
            <a:srgbClr val="2E86C1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283464" y="1051560"/>
            <a:ext cx="29077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5669280" cy="480060"/>
          </a:xfrm>
          <a:prstGeom prst="rect">
            <a:avLst/>
          </a:prstGeom>
          <a:solidFill>
            <a:srgbClr val="2E86C1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3300984" y="1051560"/>
            <a:ext cx="555955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llama la Vista en…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531620"/>
            <a:ext cx="3017520" cy="48006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283464" y="1531620"/>
            <a:ext cx="29077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resumenPorRestaurante(indice)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46120" y="1531620"/>
            <a:ext cx="5669280" cy="48006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3300984" y="1531620"/>
            <a:ext cx="555955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Inventario → "Ver inventario de un restaurante"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2011680"/>
            <a:ext cx="30175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283464" y="2011680"/>
            <a:ext cx="29077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registrarEntradaDirecta(ing, cantidad)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46120" y="2011680"/>
            <a:ext cx="566928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3300984" y="2011680"/>
            <a:ext cx="555955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Inventario → "Registrar entrada de ingrediente" (navega por restaurante → plato → ingrediente)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491740"/>
            <a:ext cx="3017520" cy="48006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283464" y="2491740"/>
            <a:ext cx="29077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registrarEntrada(nombre, cantidad)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46120" y="2491740"/>
            <a:ext cx="5669280" cy="48006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3300984" y="2491740"/>
            <a:ext cx="555955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Disponible, no invocada directamente por la Vista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" y="2971800"/>
            <a:ext cx="30175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283464" y="2971800"/>
            <a:ext cx="29077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hayStockPara(lineas)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46120" y="2971800"/>
            <a:ext cx="566928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3300984" y="2971800"/>
            <a:ext cx="555955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Invocado por PedidoController antes de crear un pedido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8600" y="3451860"/>
            <a:ext cx="3017520" cy="48006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283464" y="3451860"/>
            <a:ext cx="29077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descontarStockPorPedido(lineas)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46120" y="3451860"/>
            <a:ext cx="5669280" cy="48006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3300984" y="3451860"/>
            <a:ext cx="555955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Invocado por PedidoController al confirmar el pedido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PedidoController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 la creación de pedidos integrando clientes, repartidores e inventario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0" y="164592"/>
            <a:ext cx="1188720" cy="6217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7772400" y="20116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· POO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320040" y="4864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· Segundo Ciclo ·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1051560"/>
            <a:ext cx="2926080" cy="434340"/>
          </a:xfrm>
          <a:prstGeom prst="rect">
            <a:avLst/>
          </a:prstGeom>
          <a:solidFill>
            <a:srgbClr val="2E86C1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283464" y="1051560"/>
            <a:ext cx="281635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1051560"/>
            <a:ext cx="5760720" cy="434340"/>
          </a:xfrm>
          <a:prstGeom prst="rect">
            <a:avLst/>
          </a:prstGeom>
          <a:solidFill>
            <a:srgbClr val="2E86C1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3209544" y="1051560"/>
            <a:ext cx="56509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llama la Vista en…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485900"/>
            <a:ext cx="2926080" cy="43434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283464" y="1485900"/>
            <a:ext cx="281635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crearPedido(cliente, repartidor, lineas)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54680" y="1485900"/>
            <a:ext cx="5760720" cy="43434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3209544" y="1485900"/>
            <a:ext cx="56509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Pedidos → al confirmar selección de platos. Internamente valida stock (InventarioController) y descuenta ingredientes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1920240"/>
            <a:ext cx="292608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283464" y="1920240"/>
            <a:ext cx="281635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listar()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54680" y="1920240"/>
            <a:ext cx="5760720" cy="4343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3209544" y="1920240"/>
            <a:ext cx="56509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Disponible, no invocada directamente en la Vista actual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354580"/>
            <a:ext cx="2926080" cy="43434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283464" y="2354580"/>
            <a:ext cx="281635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hayPedidos()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54680" y="2354580"/>
            <a:ext cx="5760720" cy="43434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3209544" y="2354580"/>
            <a:ext cx="56509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Disponible, no invocada directamente en la Vista actual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28600" y="29077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interno de crearPedido()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3346704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9" name="Text 27"/>
          <p:cNvSpPr/>
          <p:nvPr/>
        </p:nvSpPr>
        <p:spPr>
          <a:xfrm>
            <a:off x="228600" y="3346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" y="3310128"/>
            <a:ext cx="3840480" cy="41148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Text 29"/>
          <p:cNvSpPr/>
          <p:nvPr/>
        </p:nvSpPr>
        <p:spPr>
          <a:xfrm>
            <a:off x="667512" y="3310128"/>
            <a:ext cx="3767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que cliente y líneas no sean nulos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785616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228600" y="3785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" y="3749040"/>
            <a:ext cx="3840480" cy="41148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Text 33"/>
          <p:cNvSpPr/>
          <p:nvPr/>
        </p:nvSpPr>
        <p:spPr>
          <a:xfrm>
            <a:off x="667512" y="3749040"/>
            <a:ext cx="3767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inventarioCtrl.hayStockPara(lineas)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4224528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228600" y="4224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" y="4187952"/>
            <a:ext cx="3840480" cy="41148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" name="Text 37"/>
          <p:cNvSpPr/>
          <p:nvPr/>
        </p:nvSpPr>
        <p:spPr>
          <a:xfrm>
            <a:off x="667512" y="4187952"/>
            <a:ext cx="3767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objeto Pedido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346704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" name="Text 39"/>
          <p:cNvSpPr/>
          <p:nvPr/>
        </p:nvSpPr>
        <p:spPr>
          <a:xfrm>
            <a:off x="4663440" y="3346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47488" y="3310128"/>
            <a:ext cx="3840480" cy="41148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" name="Text 41"/>
          <p:cNvSpPr/>
          <p:nvPr/>
        </p:nvSpPr>
        <p:spPr>
          <a:xfrm>
            <a:off x="5102352" y="3310128"/>
            <a:ext cx="3767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inventarioCtrl.descontarStockPorPedido(lineas)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785616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" name="Text 43"/>
          <p:cNvSpPr/>
          <p:nvPr/>
        </p:nvSpPr>
        <p:spPr>
          <a:xfrm>
            <a:off x="4663440" y="3785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47488" y="3749040"/>
            <a:ext cx="3840480" cy="41148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7" name="Text 45"/>
          <p:cNvSpPr/>
          <p:nvPr/>
        </p:nvSpPr>
        <p:spPr>
          <a:xfrm>
            <a:off x="5102352" y="3749040"/>
            <a:ext cx="3767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al repartidor como ocupado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4224528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" name="Text 47"/>
          <p:cNvSpPr/>
          <p:nvPr/>
        </p:nvSpPr>
        <p:spPr>
          <a:xfrm>
            <a:off x="4663440" y="4224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47488" y="4187952"/>
            <a:ext cx="3840480" cy="411480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1" name="Text 49"/>
          <p:cNvSpPr/>
          <p:nvPr/>
        </p:nvSpPr>
        <p:spPr>
          <a:xfrm>
            <a:off x="5102352" y="4187952"/>
            <a:ext cx="3767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 el estado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ReporteController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estadísticas de ventas del patio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0" y="164592"/>
            <a:ext cx="1188720" cy="6217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7772400" y="20116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· POO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320040" y="4864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· Segundo Ciclo ·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1051560"/>
            <a:ext cx="2286000" cy="438912"/>
          </a:xfrm>
          <a:prstGeom prst="rect">
            <a:avLst/>
          </a:prstGeom>
          <a:solidFill>
            <a:srgbClr val="2E86C1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283464" y="105156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14600" y="1051560"/>
            <a:ext cx="6400800" cy="438912"/>
          </a:xfrm>
          <a:prstGeom prst="rect">
            <a:avLst/>
          </a:prstGeom>
          <a:solidFill>
            <a:srgbClr val="2E86C1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2569464" y="1051560"/>
            <a:ext cx="6291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llama la Vista en…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490472"/>
            <a:ext cx="2286000" cy="438912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283464" y="1490472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generarReporte()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14600" y="1490472"/>
            <a:ext cx="6400800" cy="438912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2569464" y="1490472"/>
            <a:ext cx="6291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Reporte → genera y muestra el reporte completo en consola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1929384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283464" y="1929384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totalVentas()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14600" y="1929384"/>
            <a:ext cx="6400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2569464" y="1929384"/>
            <a:ext cx="6291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Llamado internamente por generarReporte()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368296"/>
            <a:ext cx="2286000" cy="438912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283464" y="2368296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totalPedidos()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14600" y="2368296"/>
            <a:ext cx="6400800" cy="438912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2569464" y="2368296"/>
            <a:ext cx="6291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Llamado internamente por generarReporte()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" y="2807208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283464" y="2807208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platoMasVendido()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14600" y="2807208"/>
            <a:ext cx="6400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2569464" y="2807208"/>
            <a:ext cx="6291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Llamado internamente por generarReporte() — itera todos los pedidos y acumula cantidades por plato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28600" y="33832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del reporte en consola: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28600" y="3767328"/>
            <a:ext cx="8686800" cy="932688"/>
          </a:xfrm>
          <a:prstGeom prst="rect">
            <a:avLst/>
          </a:prstGeom>
          <a:solidFill>
            <a:srgbClr val="0D1B2A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" name="Text 31"/>
          <p:cNvSpPr/>
          <p:nvPr/>
        </p:nvSpPr>
        <p:spPr>
          <a:xfrm>
            <a:off x="411480" y="3767328"/>
            <a:ext cx="8321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REPORTE DE [nombre patio] =====
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de pedidos: X
Total ventas (con delivery): $XX.XX
</a:t>
            </a:r>
            <a:r>
              <a:rPr lang="en-US" sz="1000" dirty="0">
                <a:solidFill>
                  <a:srgbClr val="AEC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Plato mas vendido: [nombre] ($X.XX)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— Métodos usados por la Vista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métodos por controlador: invocados por la Vista vs. internos/delegados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0" y="164592"/>
            <a:ext cx="1188720" cy="6217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7772400" y="20116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· POO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320040" y="4864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· Segundo Ciclo ·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1051560"/>
            <a:ext cx="1920240" cy="515983"/>
          </a:xfrm>
          <a:prstGeom prst="rect">
            <a:avLst/>
          </a:prstGeom>
          <a:solidFill>
            <a:srgbClr val="2E86C1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283464" y="1051560"/>
            <a:ext cx="181051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48840" y="1051560"/>
            <a:ext cx="3794760" cy="515983"/>
          </a:xfrm>
          <a:prstGeom prst="rect">
            <a:avLst/>
          </a:prstGeom>
          <a:solidFill>
            <a:srgbClr val="2E86C1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2203704" y="1051560"/>
            <a:ext cx="368503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invocados por Vista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0" y="1051560"/>
            <a:ext cx="2971800" cy="515983"/>
          </a:xfrm>
          <a:prstGeom prst="rect">
            <a:avLst/>
          </a:prstGeom>
          <a:solidFill>
            <a:srgbClr val="2E86C1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5998464" y="1051560"/>
            <a:ext cx="286207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internos/delegados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1567543"/>
            <a:ext cx="1920240" cy="515983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283464" y="1567543"/>
            <a:ext cx="181051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ClienteController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48840" y="1567543"/>
            <a:ext cx="3794760" cy="515983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2203704" y="1567543"/>
            <a:ext cx="368503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registrar, listar, obtenerPorIndice, hayClientes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0" y="1567543"/>
            <a:ext cx="2971800" cy="515983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5998464" y="1567543"/>
            <a:ext cx="286207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buscarPorNombre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083526"/>
            <a:ext cx="1920240" cy="5159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283464" y="2083526"/>
            <a:ext cx="181051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RepartidorController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48840" y="2083526"/>
            <a:ext cx="3794760" cy="5159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2203704" y="2083526"/>
            <a:ext cx="368503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registrar, listar, obtenerDisponible, obtenerPorIndice, marcarLibre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0" y="2083526"/>
            <a:ext cx="2971800" cy="5159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5998464" y="2083526"/>
            <a:ext cx="286207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marcarOcupado, hayRepartidores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2599509"/>
            <a:ext cx="1920240" cy="515983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283464" y="2599509"/>
            <a:ext cx="181051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RestauranteController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148840" y="2599509"/>
            <a:ext cx="3794760" cy="515983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2203704" y="2599509"/>
            <a:ext cx="368503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getNombrePatio, hayRestaurantes, listar, obtenerPorIndice, registrarRestaurante, registrarPlato, registrarCombo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0" y="2599509"/>
            <a:ext cx="2971800" cy="515983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5998464" y="2599509"/>
            <a:ext cx="286207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listarPlatosDe, listarCombosDe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" y="3115491"/>
            <a:ext cx="1920240" cy="5159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6" name="Text 34"/>
          <p:cNvSpPr/>
          <p:nvPr/>
        </p:nvSpPr>
        <p:spPr>
          <a:xfrm>
            <a:off x="283464" y="3115491"/>
            <a:ext cx="181051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InventarioController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148840" y="3115491"/>
            <a:ext cx="3794760" cy="5159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2203704" y="3115491"/>
            <a:ext cx="368503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resumenPorRestaurante, registrarEntradaDirecta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43600" y="3115491"/>
            <a:ext cx="2971800" cy="5159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5998464" y="3115491"/>
            <a:ext cx="286207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registrarEntrada, hayStockPara, descontarStockPorPedido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28600" y="3631474"/>
            <a:ext cx="1920240" cy="515983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283464" y="3631474"/>
            <a:ext cx="181051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PedidoController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148840" y="3631474"/>
            <a:ext cx="3794760" cy="515983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" name="Text 42"/>
          <p:cNvSpPr/>
          <p:nvPr/>
        </p:nvSpPr>
        <p:spPr>
          <a:xfrm>
            <a:off x="2203704" y="3631474"/>
            <a:ext cx="368503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crearPedido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943600" y="3631474"/>
            <a:ext cx="2971800" cy="515983"/>
          </a:xfrm>
          <a:prstGeom prst="rect">
            <a:avLst/>
          </a:prstGeom>
          <a:solidFill>
            <a:srgbClr val="EAF4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" name="Text 44"/>
          <p:cNvSpPr/>
          <p:nvPr/>
        </p:nvSpPr>
        <p:spPr>
          <a:xfrm>
            <a:off x="5998464" y="3631474"/>
            <a:ext cx="286207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listar, hayPedidos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8600" y="4147457"/>
            <a:ext cx="1920240" cy="5159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8" name="Text 46"/>
          <p:cNvSpPr/>
          <p:nvPr/>
        </p:nvSpPr>
        <p:spPr>
          <a:xfrm>
            <a:off x="283464" y="4147457"/>
            <a:ext cx="181051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ReporteController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148840" y="4147457"/>
            <a:ext cx="3794760" cy="5159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" name="Text 48"/>
          <p:cNvSpPr/>
          <p:nvPr/>
        </p:nvSpPr>
        <p:spPr>
          <a:xfrm>
            <a:off x="2203704" y="4147457"/>
            <a:ext cx="368503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generarReporte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943600" y="4147457"/>
            <a:ext cx="2971800" cy="51598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2" name="Text 50"/>
          <p:cNvSpPr/>
          <p:nvPr/>
        </p:nvSpPr>
        <p:spPr>
          <a:xfrm>
            <a:off x="5998464" y="4147457"/>
            <a:ext cx="2862072" cy="51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totalVentas, totalPedidos, platoMasVendido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FE3CF68-AFE1-4572-9E3E-B7DE0C398A14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da81224c-acaf-4902-af3f-cd52eff0e80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969</Words>
  <Application>Microsoft Office PowerPoint</Application>
  <PresentationFormat>On-screen Show (16:9)</PresentationFormat>
  <Paragraphs>187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Controladores del Sistema de Delivery</dc:title>
  <dc:subject>PptxGenJS Presentation</dc:subject>
  <dc:creator>PptxGenJS</dc:creator>
  <cp:lastModifiedBy>Pablo Ochoa Jaramillo</cp:lastModifiedBy>
  <cp:revision>2</cp:revision>
  <dcterms:created xsi:type="dcterms:W3CDTF">2026-05-26T01:57:43Z</dcterms:created>
  <dcterms:modified xsi:type="dcterms:W3CDTF">2026-05-26T03:02:57Z</dcterms:modified>
</cp:coreProperties>
</file>